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Table 1. Participant characteristics by vitamin D category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2464527"/>
                <a:gridCol w="1270529"/>
                <a:gridCol w="1270529"/>
                <a:gridCol w="1270529"/>
                <a:gridCol w="1270529"/>
              </a:tblGrid>
              <a:tr h="40391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Sufficient</a:t>
                      </a:r>
                      <a:b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(N=563)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Insufficient</a:t>
                      </a:r>
                      <a:b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(N=648)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Deficient</a:t>
                      </a:r>
                      <a:b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(N=556)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Overall</a:t>
                      </a:r>
                      <a:b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(N=1767)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418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Male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231 (41.0%)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322 (49.7%)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287 (51.6%)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840 (47.5%)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Female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332 (59.0%)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326 (50.3%)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269 (48.4%)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927 (52.5%)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Age (years)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Mean (SD)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33.3 (8.02)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31.4 (8.14)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30.5 (8.37)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31.7 (8.25)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Median [Min, Max]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34.0 [18.0, 45.0]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32.0 [18.0, 45.0]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31.0 [18.0, 45.0]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32.0 [18.0, 45.0]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Race/ethnicity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Mexican American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 (7.1%)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72 (11.1%)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 (15.5%)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198 (11.2%)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Other Hispanic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 (8.5%)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 (13.3%)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80 (14.4%)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214 (12.1%)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Non-Hispanic White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378 (67.1%)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357 (55.1%)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164 (29.5%)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899 (50.9%)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Non-Hispanic Black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 (5.2%)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56 (8.6%)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133 (23.9%)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218 (12.3%)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Non-Hispanic Asian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Other Race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 (4.8%)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 (6.2%)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 (7.9%)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111 (6.3%)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Multiracial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 (7.3%)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 (5.7%)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49 (8.8%)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127 (7.2%)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241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Education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Less than 9th grade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 (2.3%)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 (1.4%)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 (3.4%)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 (2.3%)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9–11th grade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 (3.4%)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 (6.6%)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 (9.7%)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116 (6.6%)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High school grad/GED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 (13.9%)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117 (18.1%)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135 (24.3%)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330 (18.7%)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Some college/AA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144 (25.6%)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211 (32.6%)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189 (34.0%)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544 (30.8%)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College graduate or above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309 (54.9%)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268 (41.4%)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159 (28.6%)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736 (41.7%)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Income-to-poverty ratio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Mean (SD)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3.22 (1.62)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2.80 (1.70)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2.41 (1.65)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2.81 (1.69)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Median [Min, Max]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3.34 [0, 5.00]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2.73 [0, 5.00]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2.06 [0, 5.00]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2.72 [0, 5.00]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Body mass index (kg/m²)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Mean (SD)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27.5 (6.63)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29.0 (7.20)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30.8 (8.91)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29.1 (7.73)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Median [Min, Max]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26.2 [16.4, 61.5]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27.6 [15.0, 69.1]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29.0 [16.1, 68.9]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27.3 [15.0, 69.1]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Leisure-time PA (minutes/bout)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&lt;30 minutes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49 (8.7%)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55 (8.5%)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 (9.2%)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155 (8.8%)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30–59 minutes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211 (37.5%)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 (35.0%)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172 (30.9%)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610 (34.5%)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≥60 minutes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302 (53.6%)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365 (56.3%)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331 (59.5%)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998 (56.5%)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Missing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 (0.2%)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 (0.4%)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 (0.2%)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Alcohol use (past year)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Low alcohol use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397 (70.5%)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460 (71.0%)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357 (64.2%)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1214 (68.7%)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Moderate alcohol use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122 (21.7%)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140 (21.6%)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147 (26.4%)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409 (23.1%)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High alcohol use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 (7.8%)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 (6.9%)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 (9.4%)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141 (8.0%)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Missing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 (0.5%)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 (0%)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 (0.2%)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Any chronic disease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Yes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197 (35.0%)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231 (35.6%)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207 (37.2%)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635 (35.9%)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366 (65.0%)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417 (64.4%)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349 (62.8%)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1132 (64.1%)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Depressive symptoms (PHQ-9 ≥10)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Yes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 (13.9%)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103 (15.9%)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112 (20.1%)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293 (16.6%)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  No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485 (86.1%)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545 (84.1%)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444 (79.9%)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1474 (83.4%)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2025-12-11T10:49:42Z</dcterms:modified>
  <cp:category/>
</cp:coreProperties>
</file>